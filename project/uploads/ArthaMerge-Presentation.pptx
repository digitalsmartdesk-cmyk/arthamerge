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08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ArthaMerge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M&amp;A Advisory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ArthaMerge is a strategic M&amp;A advisory firm focused on delivering </a:t>
            </a: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value-maximizing exit outcomes </a:t>
            </a: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growth-stage companies and early-stage investors.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specialize in facilitating strategic sales, secondary liquidity transactions, and consolidation-led exits, with particular emphasis on the </a:t>
            </a: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(Direct-to-Consumer) sector.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at the intersection of capital, strategy, and execution, we work closely with founders, boards, and investors to design disciplined transaction processes that unlock liquidity and long-term enterprise value.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3152" cy="1645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Sell-Side M&amp;A Advisory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sales to corporates &amp; financial buyers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and full exits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transition planning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4630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846320" y="1463040"/>
            <a:ext cx="73152" cy="1645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916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Liquidity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120640" y="22402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exits for early-stage investors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table restructuring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secondary transactions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0080" y="3474720"/>
            <a:ext cx="73152" cy="1645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033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&amp; Roll-Ups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251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consolidation strategies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Buy-and-build execution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buyer mapping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46320" y="3474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846320" y="3474720"/>
            <a:ext cx="73152" cy="1645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7033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Readiness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120640" y="4251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benchmarking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positioning for sale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and board alignment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2860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Disciplined. Structured. Execution-Oriented.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operational,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strategic evaluation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75688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85042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40280" y="2468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40280" y="32004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pricing aligned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market dynamics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85042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931920" y="2468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2004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outreach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financial buyers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58968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85042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2356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23560" y="2468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23560" y="32004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Earn-outs, secondaries,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phased exits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50608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85042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320040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Negotiation, diligence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deal completion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Deal Profile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Transition-Stage D2C Companies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1920240"/>
            <a:ext cx="192024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₹10-75 Cr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5468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192024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₹8-50 Cr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4924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49240" y="1920240"/>
            <a:ext cx="192024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3-7 Years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43800" y="192024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543800" y="1920240"/>
            <a:ext cx="1920240" cy="7315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68096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Plateau /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Transition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474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FOCUS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840480"/>
            <a:ext cx="81381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43000" y="38404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Personal Care  •  Nutrition &amp; Wellness  •  Packaged Foods  •  Home &amp; Lifestyle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Network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194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6080" y="22860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FMCG and consumer companies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consolidation platforms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funds and family offices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strategic buyers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ArthaMerge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37744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1645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exclusively on transition-stage exits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71600" y="228600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331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9456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specialization in D2C and consumer brands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371600" y="292608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718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94560" y="2926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capability in secondary liquidity structuring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371600" y="356616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6118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94560" y="3566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Disciplined, execution-oriented process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25196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194560" y="4206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mandate approach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74520" y="228600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74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Retainer-Based Engagement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fee structure ensuring alignment and commitment throughout the 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20116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228600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971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Fee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474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transaction value to ensure focus on maximizing outcomes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543800" y="228600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438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2971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 Structures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474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fee arrangements for secondary and hybrid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a Conversation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ArthaMerge partners with founders and investors at critical inflection points—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growth transitions into strategic opportunity.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3108960"/>
            <a:ext cx="4572000" cy="109728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0" y="3108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 Gupta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ArthaMerge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+91 92122 01149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arthamerge@gmail.com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392</Words>
  <Application>Microsoft Office PowerPoint</Application>
  <PresentationFormat>On-screen Show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ArthaMerge - Strategic M&amp;A Advisory</dc:title>
  <dc:subject>PptxGenJS Presentation</dc:subject>
  <dc:creator>ArthaMerge</dc:creator>
  <cp:lastModifiedBy>Vikas Gupta</cp:lastModifiedBy>
  <cp:revision>1</cp:revision>
  <dcterms:created xsi:type="dcterms:W3CDTF">2026-04-06T17:32:23Z</dcterms:created>
  <dcterms:modified xsi:type="dcterms:W3CDTF">2026-04-07T16:19:11Z</dcterms:modified>
</cp:coreProperties>
</file>